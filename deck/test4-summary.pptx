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Hermes-3 simulates plasma transport in the edge region of fusion reactors, modelling how hot exhaust gas is cooled before touching divertor walls.</a:t>
            </a:r>
          </a:p>
          <a:p/>
          <a:p>
            <a:r>
              <a:t>The underlying PETSc nonlinear solver stack exposes 865 tunable parameters — comprising boolean flags, discrete choices, continuous tolerances, and algorithm selectors. 831 of these define a vast combinatorial space of potential solver configurations.</a:t>
            </a:r>
          </a:p>
          <a:p/>
          <a:p>
            <a:r>
              <a:t>Historically, fusion simulations have relied on hand-tuned, conservative defaults dating back years. Manual tuning in an 865-dimensional space is impossible.</a:t>
            </a:r>
          </a:p>
          <a:p/>
          <a:p>
            <a:r>
              <a:t>To systematically unlock simulation throughput without sacrificing physics accuracy, we designed an automated, evidence-based exploration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presents the core architecture and optimisation methodology developed during the hackathon, applied to the test4-jacobian campaign.</a:t>
            </a:r>
          </a:p>
          <a:p/>
          <a:p>
            <a:r>
              <a:t>1. Three-Tier Storage: We cleanly decouple the public automation framework (hermes-solver-opt) from the immutable private evidence store (solver-opt-store) and the transient simulation working directories ($data/cases/). Raw simulation dumps (~1 GB each) are pruned promptly after diagnostic extraction.</a:t>
            </a:r>
          </a:p>
          <a:p/>
          <a:p>
            <a:r>
              <a:t>2. Multi-Rung Evaluation Ladder: Full 100 ms simulations take up to 17 hours. We designed a multi-rung ladder where Rung 0 screens dozens of candidates on fast 200-second slices. Survivors advance to Rung 1 (1000-second intermediate windows) to test stability, and only top finalists run full 100 ms simulations on Rung 2.</a:t>
            </a:r>
          </a:p>
          <a:p/>
          <a:p>
            <a:r>
              <a:t>3. Strict Noise &amp; Repeat Control: On the stiff 2.65 ms transient cliff, numerical path bifurcations produce up to 15% run-to-run variation. Every cell is sampled across 3 to 10 repeats, and no speedup claim is accepted unless it strictly clears repeat noise.</a:t>
            </a:r>
          </a:p>
          <a:p/>
          <a:p>
            <a:r>
              <a:t>4. Studies, Investigations &amp; Promotion Gates: Hypotheses are structured into numbered studies (S01, S02, S03) and deep-dive investigations (I01, I02). Candidate settings must pass a 3-part gate: physics agreement (&lt;0.04% profile deviation), noise clearance, and cross-rung consistency. Promoted findings are committed to durable findings logs and graduate back into default solver recipes.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 S01 screened 22 candidate solver configurations across 167 runs using our multi-rung ladder, focusing on the Jacobian lag parameter.</a:t>
            </a:r>
          </a:p>
          <a:p/>
          <a:p>
            <a:r>
              <a:t>For years, standard practice assumed that lagging the Jacobian matrix — rebuilding it only every 3 nonlinear steps (lag 3) — saved time by amortising expensive numerical matrix assemblies.</a:t>
            </a:r>
          </a:p>
          <a:p/>
          <a:p>
            <a:r>
              <a:t>Our data completely overturned this dogma: updating the Jacobian at every step (lag 1) converges significantly faster per Newton iteration, easily compensating for assembly cost.</a:t>
            </a:r>
          </a:p>
          <a:p/>
          <a:p>
            <a:r>
              <a:t>Results: Lag 1 achieved 1.8x speedup on Rung 0, 1.3x–1.4x on Rung 1, and 1.8x on the full simulation (Rung 2). Crucially, during the stiff 2.0–3.0 ms cliff window, lag 1 was 5.6x faster.</a:t>
            </a:r>
          </a:p>
          <a:p/>
          <a:p>
            <a:r>
              <a:t>Physics verification: Separatrix and divertor target profiles matched the baseline to within &lt;0.04% relative error, confirming that this 1.8x speedup comes with zero loss of scientific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 S03 investigated whether we could compound our S01 gains by tuning the PETSc adaptive timestep controller across 898 runs.</a:t>
            </a:r>
          </a:p>
          <a:p/>
          <a:p>
            <a:r>
              <a:t>We discovered that the default PI controller was excessively conservative following difficult nonlinear steps, needlessly throttling the timestep during the stiff 2–6 ms transient.</a:t>
            </a:r>
          </a:p>
          <a:p/>
          <a:p>
            <a:r>
              <a:t>By pairing lag 1 with tuned controller gains (kI=0.3, kP=0.7) and modified failure backoff, the simulation accelerates dramatically across all rungs:</a:t>
            </a:r>
          </a:p>
          <a:p/>
          <a:p>
            <a:r>
              <a:t>• On the 2–3 ms transient cliff (tested across 10 repeats), the tuned recipe delivered 10x to 16x speedup.</a:t>
            </a:r>
          </a:p>
          <a:p>
            <a:r>
              <a:t>• On Rung 1 slices, speedup reached up to 26x over baseline.</a:t>
            </a:r>
          </a:p>
          <a:p>
            <a:r>
              <a:t>• On the full 0–100 ms simulation (Rung 2), the compounded recipe delivered a 2.5x to 2.9x reduction in wall-clock time.</a:t>
            </a:r>
          </a:p>
          <a:p/>
          <a:p>
            <a:r>
              <a:t>This translates directly to scientific productivity: multi-day production divertor simulations finish in a fraction of the time, while preserving exact profile agreement at divertor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-knob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" y="274320"/>
            <a:ext cx="1104138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st4-op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27" y="274320"/>
            <a:ext cx="11216640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B0B0B"/>
                </a:solidFill>
                <a:latin typeface="Calibri"/>
              </a:rPr>
              <a:t>Study S01: Jacobian Lag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16B"/>
                </a:solidFill>
                <a:latin typeface="Calibri"/>
              </a:rPr>
              <a:t>Overturning production dogma: updating the Jacobian every step (lag 1) beats default lag 3 by 1.3x–2.6x with &lt;0.04% physics error</a:t>
            </a:r>
          </a:p>
        </p:txBody>
      </p:sp>
      <p:pic>
        <p:nvPicPr>
          <p:cNvPr id="4" name="Picture 3" descr="s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24914"/>
            <a:ext cx="10728655" cy="4768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B0B0B"/>
                </a:solidFill>
                <a:latin typeface="Calibri"/>
              </a:rPr>
              <a:t>Study S03: Layered Options &amp; Controller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73716B"/>
                </a:solidFill>
                <a:latin typeface="Calibri"/>
              </a:rPr>
              <a:t>Compounding wins: pairing lag 1 with tuned PID controller gains yields up to 26x transient speedup and 2.5x full-run win</a:t>
            </a:r>
          </a:p>
        </p:txBody>
      </p:sp>
      <p:pic>
        <p:nvPicPr>
          <p:cNvPr id="4" name="Picture 3" descr="s03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531" y="1234440"/>
            <a:ext cx="9628632" cy="5349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